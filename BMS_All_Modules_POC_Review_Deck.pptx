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B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BLOOD BANK MANAGEMENT SYSTEM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965960" y="15361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</a:rPr>
              <a:t>POC Module Review Deck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889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1515"/>
                </a:solidFill>
              </a:rPr>
              <a:t>Console Application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03320" y="27889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1515"/>
                </a:solidFill>
              </a:rPr>
              <a:t>Modular C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1515"/>
                </a:solidFill>
              </a:rPr>
              <a:t>Binary Persistence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41080" y="27889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1515"/>
                </a:solidFill>
              </a:rPr>
              <a:t>Graph + Threads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37714" y="48554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9355" y="48554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60997" y="48554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22638" y="48554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4572000"/>
            <a:ext cx="196047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main.c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38882" y="4572000"/>
            <a:ext cx="196047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Modules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00523" y="4572000"/>
            <a:ext cx="196047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Shared 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62165" y="4572000"/>
            <a:ext cx="196047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Data Structures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23806" y="4572000"/>
            <a:ext cx="196047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.dat Files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BMS POC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27632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Admin / Staff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62763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Application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main.c / menus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27632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Core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auth, donor, hospital, request, inventory…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2520" y="1627632"/>
            <a:ext cx="23317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Shared Services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validation, errors, config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993392"/>
            <a:ext cx="502920" cy="0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00600" y="1993392"/>
            <a:ext cx="548640" cy="0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83880" y="1993392"/>
            <a:ext cx="548640" cy="0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965960" y="3867912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FFF1F1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Data Structures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Linked List • Hash Table • Graph • Queue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3867912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FFF1F1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Data Access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File Management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3867912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FF1F1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Binary Data Files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1515"/>
                </a:solidFill>
              </a:rPr>
              <a:t>users.dat • donors.dat • inventory.dat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487168"/>
            <a:ext cx="-548640" cy="1380744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4261104"/>
            <a:ext cx="365760" cy="0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261104"/>
            <a:ext cx="457200" cy="0"/>
          </a:xfrm>
          <a:prstGeom prst="line">
            <a:avLst/>
          </a:prstGeom>
          <a:noFill/>
          <a:ln w="16510">
            <a:solidFill>
              <a:srgbClr val="B71C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5715000"/>
            <a:ext cx="10241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51515"/>
                </a:solidFill>
              </a:rPr>
              <a:t>Architecture idea: UI calls module APIs; modules share validation and status codes; data structures manage runtime state; file management persists binary records.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COMMON.H • CONFIG.H • COMMON_VALIDATION.C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Foundation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Defines shared IDs, dates, blood groups and constants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Provides common status/error codes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Validates input before records are accepted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ValidateAge / ValidateWeight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ValidateEmail / ValidatePhone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ParseBloodGroup / BloodGroupToString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BmsStatus_t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BmsBloodGroup_t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BmsDate_t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BMS_* constants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Enum /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Module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&amp; User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Controls login and role-based access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Maintains user accounts and approval states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Prevents duplicate usernames and invalid credentials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Authenticate / Login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Add user / approve account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Password and role checks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users.dat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BmsUser_t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Hash table lookup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Credentials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Lookup user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Open role menu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Donor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Registers and manages donor profiles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Calculates eligibility from age, weight and donation rules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search, update, delete and history links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DonorManagementAdd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Search / update / delete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CheckEligibility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BmsDonor_t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Linked list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Donors.dat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Enter donor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Add to list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Save donor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Maintains hospital / blood-bank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Provides hospital IDs for requests and graph routes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create, update, search and delete operations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HospitalManagementAdd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SearchById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Update / delete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BmsHospital_t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Linked list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Hospitals.dat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Hospital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Store record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Use in graph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DONATION_MANAGEMENT.C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Donation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Records completed blood donations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Links donation to donor and blood group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Updates donor history and inventory-related data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Record donation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Search / list donations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Validate donation date and units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BmsDonation_t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Donations.dat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link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Eligible donor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Donation record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Inventory update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Persist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BLOOD_INVENTORY.C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Blood Inventory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Stores blood stock by blood group and unit count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Checks expiry and low-stock conditions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stock update after donation/request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Add stock / update units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Remove expired blood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Detect low stock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BmsBloodInventory_t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monitor thread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Donation stock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Inventory 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Expiry/low 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Alert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BLOOD_REQUEST_MANAGEMENT.C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Blood Request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Handles hospital blood requests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Validates requested blood group and units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approval, rejection and fulfillment workflow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Create request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Approve / reject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Fulfill request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BmsBloodRequest_t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Requests.dat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+ hospital modules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Hospital request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Check inventory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Fulfill / alert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Creates and stores system notifications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request updates, low-stock alerts and emergency messages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Can process notifications in FIFO-style workflows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Create notification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List / mark processed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Save notifications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BmsNotification_t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Notifications.dat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Queue behavior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Event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Create note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Queue/list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Display/save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EMERGENCY_ALERT_MANAGEMENT.C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Alert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Handles urgent blood shortage situations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Works with graph broadcast and notifications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Prioritizes emergency communication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Create alert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Broadcast / resolve alert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List active alerts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BmsEmergencyAlert_t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EmergencyAlerts.dat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Graph broadcast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Urgent request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Graph 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Notify hospitals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Resolve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DONATION_CAMP_MANAGEMENT.C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Donation Camp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Manages donation camp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Associates camps with hospitals/locations and dates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camp listing and status tracking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Add camp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Update camp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List/search camps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BmsDonationCamp_t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DonationCamps.dat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Hospital link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Camp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Validate 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Store camp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Report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Models hospitals as nodes and direct routes as weighted edges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Stores route distance using adjacency matrix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nearest hospital and distance-limited broadcast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GraphAddHospital / AddRoute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FindNearestHospital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BroadcastEmergencyAlert / BFS / DFS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BmsHospitalGraph_t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nodes[]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adjacency[][]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Hospital node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Route distance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Emergency range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Callback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LINKED_LIST.C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Linked List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Generic dynamic record storage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Stores copied records through void pointers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traversal through callbacks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InsertFront / InsertBack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Find / Update / Delete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Traverse / Sort / Clear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head / tail / count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elementSize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node-&gt;data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Create node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Copy record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Link node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Traverse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HASH_TABLE.C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Hash Table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Provides faster ID/name lookup than scanning lists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Used as an index for authentication and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Handles collisions through bucket logic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Insert key-value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Search / remove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Clear table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buckets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keys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record pointers/IDs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Key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Hash function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Bucket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Matched record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FIFO processing for items such as notifications or pending operations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Keeps order of arrival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Separates enqueue and process steps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Enqueue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Dequeue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Peek / clear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front / rear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queue nodes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count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New item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Enqueue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Dequeue first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Process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Management &amp; Persistence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Provides binary save/load support for module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Uses headers, counts and checksums where configured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Keeps runtime data available after restart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Load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Save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Read/write file headers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*.dat files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BmsFileHeader_t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fread/fwrite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Runtime list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Save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Binary 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Load on start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REPORT_MANAGEMENT.C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Generates reviewable summaries from system records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Collects donor, hospital, inventory and request data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operational overview for admins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Donor report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report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Request / hospital summaries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Module lists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Report text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File output if enabled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Select report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Traverse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Calculate summary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Display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MULTITHREADING.C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Multithreading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Adds background processing without blocking menu usage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Monitors inventory periodically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Supports clean start/stop around application lifecycle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pthread_create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monitor worker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pthread_join / stop flag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Inventory context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mutex/condition where used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background thread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Start app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Create thread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Monitor stock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Stop on exit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CUNIT • CPPCHECK • VALGRIND • MISRA-ORIENTED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&amp; Compliance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33756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Unit tests verify module behavior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Static analysis detects coding issues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Valgrind checks memory leaks and invalid accesses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62272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Important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62272" y="1947672"/>
            <a:ext cx="324612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CUnit test runner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Cppcheck report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Valgrind run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83880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Data / Connections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47672"/>
            <a:ext cx="3154680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test_*.c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reports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coding standards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60704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Working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8124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2228" y="50840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Build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9292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Static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Unit test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3396" y="4800600"/>
            <a:ext cx="25008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Memory 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BMS POC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Review Talking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72800" cy="0"/>
          </a:xfrm>
          <a:prstGeom prst="line">
            <a:avLst/>
          </a:prstGeom>
          <a:noFill/>
          <a:ln w="12700">
            <a:solidFill>
              <a:srgbClr val="E8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Explain every module using this pattern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46320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Purpose of module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Main structure and files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Important functions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Data structure used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How it connects to other modules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Where data is saved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Strong demo sequence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947672"/>
            <a:ext cx="4800600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Invalid donor age/weight rejection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Add donor and hospital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Create route and emergency broadcast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Run inventory monitor thread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Generate report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51515"/>
                </a:solidFill>
              </a:rPr>
              <a:t>• Show CUnit / Cppcheck / Valgrind results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377440" y="55412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78808" y="55412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0176" y="55412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81544" y="55412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582912" y="5541264"/>
            <a:ext cx="201168" cy="0"/>
          </a:xfrm>
          <a:prstGeom prst="line">
            <a:avLst/>
          </a:prstGeom>
          <a:noFill/>
          <a:ln w="16510">
            <a:solidFill>
              <a:srgbClr val="D8434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DE7E7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HLD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78608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Module 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79976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Data structures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1344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82712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Persistence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0" y="525780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3970">
            <a:solidFill>
              <a:srgbClr val="E8B6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1515"/>
                </a:solidFill>
              </a:rPr>
              <a:t>Testing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6510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484A"/>
                </a:solidFill>
              </a:rPr>
              <a:t>BMS POC • Module Review • 21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BMS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POC Module Review</dc:title>
  <dc:subject>Blood Bank Management System module review</dc:subject>
  <dc:creator>OpenAI</dc:creator>
  <cp:lastModifiedBy>OpenAI</cp:lastModifiedBy>
  <cp:revision>1</cp:revision>
  <dcterms:created xsi:type="dcterms:W3CDTF">2026-08-06T08:47:40Z</dcterms:created>
  <dcterms:modified xsi:type="dcterms:W3CDTF">2026-08-06T08:47:40Z</dcterms:modified>
</cp:coreProperties>
</file>